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8" r:id="rId11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71FBFD-9047-436A-8AD4-3373986D6446}" v="1" dt="2026-06-06T07:29:51.759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avani Nigudge" userId="463f3c2e7e1a4be2" providerId="LiveId" clId="{9095200A-D4AF-498F-B574-66F915FABA50}"/>
    <pc:docChg chg="modSld">
      <pc:chgData name="Shravani Nigudge" userId="463f3c2e7e1a4be2" providerId="LiveId" clId="{9095200A-D4AF-498F-B574-66F915FABA50}" dt="2026-06-06T07:29:55.718" v="2" actId="1076"/>
      <pc:docMkLst>
        <pc:docMk/>
      </pc:docMkLst>
      <pc:sldChg chg="modSp mod">
        <pc:chgData name="Shravani Nigudge" userId="463f3c2e7e1a4be2" providerId="LiveId" clId="{9095200A-D4AF-498F-B574-66F915FABA50}" dt="2026-06-06T07:29:55.718" v="2" actId="1076"/>
        <pc:sldMkLst>
          <pc:docMk/>
          <pc:sldMk cId="2115484872" sldId="277"/>
        </pc:sldMkLst>
        <pc:spChg chg="mod">
          <ac:chgData name="Shravani Nigudge" userId="463f3c2e7e1a4be2" providerId="LiveId" clId="{9095200A-D4AF-498F-B574-66F915FABA50}" dt="2026-06-06T07:29:55.718" v="2" actId="1076"/>
          <ac:spMkLst>
            <pc:docMk/>
            <pc:sldMk cId="2115484872" sldId="277"/>
            <ac:spMk id="279" creationId="{15507A2F-9304-7475-5C74-2BAA93879CF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ravaninigudge20/CareerMate-AI-agentic-career-counselor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IN" b="1" u="sng" dirty="0">
                <a:solidFill>
                  <a:schemeClr val="tx1"/>
                </a:solidFill>
              </a:rPr>
              <a:t>“CareerMate AI – Agentic Career </a:t>
            </a:r>
            <a:r>
              <a:rPr lang="en-IN" b="1" u="sng" dirty="0" err="1">
                <a:solidFill>
                  <a:schemeClr val="tx1"/>
                </a:solidFill>
              </a:rPr>
              <a:t>Counseling</a:t>
            </a:r>
            <a:r>
              <a:rPr lang="en-IN" b="1" u="sng" dirty="0">
                <a:solidFill>
                  <a:schemeClr val="tx1"/>
                </a:solidFill>
              </a:rPr>
              <a:t> Companion”</a:t>
            </a:r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517433265"/>
              </p:ext>
            </p:extLst>
          </p:nvPr>
        </p:nvGraphicFramePr>
        <p:xfrm>
          <a:off x="1278195" y="2600315"/>
          <a:ext cx="9416052" cy="2482962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9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88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88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15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788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Shravani </a:t>
                      </a:r>
                      <a:r>
                        <a:rPr lang="en-IN" dirty="0" err="1"/>
                        <a:t>Gourishanker</a:t>
                      </a:r>
                      <a:r>
                        <a:rPr lang="en-IN" dirty="0"/>
                        <a:t> Nigudge 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shravaninigudge20@gmail.com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8485054160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IN" sz="2400" dirty="0">
                <a:highlight>
                  <a:srgbClr val="FFFF00"/>
                </a:highlight>
              </a:rPr>
              <a:t>Education Technology (EdTech), Career Guidance, Agentic AI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IN" sz="2400" b="1" u="sng" dirty="0">
                <a:solidFill>
                  <a:schemeClr val="tx1"/>
                </a:solidFill>
                <a:highlight>
                  <a:srgbClr val="FFFF00"/>
                </a:highlight>
              </a:rPr>
              <a:t>CareerMate AI – Agentic Career </a:t>
            </a:r>
            <a:r>
              <a:rPr lang="en-IN" sz="2400" b="1" u="sng" dirty="0" err="1">
                <a:solidFill>
                  <a:schemeClr val="tx1"/>
                </a:solidFill>
                <a:highlight>
                  <a:srgbClr val="FFFF00"/>
                </a:highlight>
              </a:rPr>
              <a:t>Counseling</a:t>
            </a:r>
            <a:r>
              <a:rPr lang="en-IN" sz="2400" b="1" u="sng" dirty="0">
                <a:solidFill>
                  <a:schemeClr val="tx1"/>
                </a:solidFill>
                <a:highlight>
                  <a:srgbClr val="FFFF00"/>
                </a:highlight>
              </a:rPr>
              <a:t> Companion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A4734B-1404-7B10-DFD3-D8280072E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742" y="3706761"/>
            <a:ext cx="1258529" cy="1333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490078"/>
            <a:ext cx="106070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Statement No.15 – Agentic Career </a:t>
            </a:r>
            <a:r>
              <a:rPr lang="en-IN" b="1" dirty="0" err="1"/>
              <a:t>Counseling</a:t>
            </a:r>
            <a:r>
              <a:rPr lang="en-IN" b="1" dirty="0"/>
              <a:t> Companion</a:t>
            </a:r>
          </a:p>
          <a:p>
            <a:endParaRPr lang="en-IN" b="1" dirty="0"/>
          </a:p>
          <a:p>
            <a:r>
              <a:rPr lang="en-IN" b="1" dirty="0"/>
              <a:t>The Challenge</a:t>
            </a:r>
          </a:p>
          <a:p>
            <a:endParaRPr lang="en-IN" b="1" dirty="0"/>
          </a:p>
          <a:p>
            <a:r>
              <a:rPr lang="en-IN" dirty="0"/>
              <a:t>Students often struggle to make informed career decisions due to fragmented access to guidance, limited awareness of their strengths, and rapidly evolving industry requirements.</a:t>
            </a:r>
          </a:p>
          <a:p>
            <a:r>
              <a:rPr lang="en-IN" dirty="0"/>
              <a:t>Traditional </a:t>
            </a:r>
            <a:r>
              <a:rPr lang="en-IN" dirty="0" err="1"/>
              <a:t>counseling</a:t>
            </a:r>
            <a:r>
              <a:rPr lang="en-IN" dirty="0"/>
              <a:t> methods are: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Time-consuming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Not personalized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Difficult to scale </a:t>
            </a:r>
          </a:p>
          <a:p>
            <a:endParaRPr lang="en-IN" dirty="0"/>
          </a:p>
          <a:p>
            <a:r>
              <a:rPr lang="en-IN" dirty="0"/>
              <a:t>As a result, students often face: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Career confusion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Skill gaps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Poor learning paths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Missed job opportunities </a:t>
            </a:r>
          </a:p>
          <a:p>
            <a:r>
              <a:rPr lang="en-IN" dirty="0"/>
              <a:t>There is a need for an intelligent AI system that continuously </a:t>
            </a:r>
            <a:r>
              <a:rPr lang="en-IN" dirty="0" err="1"/>
              <a:t>analyzes</a:t>
            </a:r>
            <a:r>
              <a:rPr lang="en-IN" dirty="0"/>
              <a:t> student profiles, skills, interests, and industry trends to provide personalized career recommendations and future-ready learning pathways.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1402080" y="1551563"/>
            <a:ext cx="1060704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IN" sz="1600" b="1" dirty="0"/>
              <a:t>Tech Stack (Mandatory)</a:t>
            </a:r>
          </a:p>
          <a:p>
            <a:endParaRPr lang="en-IN" sz="1600" b="1" dirty="0"/>
          </a:p>
          <a:p>
            <a:r>
              <a:rPr lang="en-IN" sz="1600" b="1" dirty="0"/>
              <a:t>I used:</a:t>
            </a:r>
          </a:p>
          <a:p>
            <a:r>
              <a:rPr lang="en-IN" sz="1600" dirty="0" err="1"/>
              <a:t>LangFlow</a:t>
            </a:r>
            <a:r>
              <a:rPr lang="en-IN" sz="1600" dirty="0"/>
              <a:t> + IBM watsonx.ai + IBM Granite Models</a:t>
            </a:r>
          </a:p>
          <a:p>
            <a:endParaRPr lang="en-IN" sz="1600" dirty="0"/>
          </a:p>
          <a:p>
            <a:r>
              <a:rPr lang="en-IN" sz="1600" b="1" dirty="0"/>
              <a:t>Additional Technologies: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FastAPI</a:t>
            </a:r>
            <a:r>
              <a:rPr lang="en-IN" sz="1600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React.js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Tailwind CSS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ChromaDB</a:t>
            </a:r>
            <a:r>
              <a:rPr lang="en-IN" sz="1600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SQLite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Python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RAG (Retrieval-Augmented Generation)</a:t>
            </a:r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165753"/>
            <a:ext cx="1060704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IN" b="1" dirty="0"/>
              <a:t>Proposed Solution: CareerMate AI</a:t>
            </a:r>
          </a:p>
          <a:p>
            <a:r>
              <a:rPr lang="en-IN" dirty="0"/>
              <a:t>CareerMate AI is an Agentic AI-powered career guidance platform built using IBM Granite Models and </a:t>
            </a:r>
            <a:r>
              <a:rPr lang="en-IN" dirty="0" err="1"/>
              <a:t>LangFlow</a:t>
            </a:r>
            <a:r>
              <a:rPr lang="en-IN" dirty="0"/>
              <a:t>.</a:t>
            </a:r>
          </a:p>
          <a:p>
            <a:r>
              <a:rPr lang="en-IN" dirty="0"/>
              <a:t>The system helps students discover suitable career paths by </a:t>
            </a:r>
            <a:r>
              <a:rPr lang="en-IN" dirty="0" err="1"/>
              <a:t>analyzing</a:t>
            </a:r>
            <a:r>
              <a:rPr lang="en-IN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Skills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Academic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Interests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Career aspirations </a:t>
            </a:r>
          </a:p>
          <a:p>
            <a:r>
              <a:rPr lang="en-IN" dirty="0"/>
              <a:t>A Retrieval-Augmented Generation (RAG) pipeline retrieves information from curated career frameworks, industry reports, technology roadmaps, certification guides, and skill matrices.</a:t>
            </a:r>
          </a:p>
          <a:p>
            <a:r>
              <a:rPr lang="en-IN" dirty="0"/>
              <a:t>The retrieved knowledge is combined with IBM Granite reasoning capabilities to generate personalized career recommendations.</a:t>
            </a:r>
          </a:p>
          <a:p>
            <a:endParaRPr lang="en-IN" dirty="0"/>
          </a:p>
          <a:p>
            <a:r>
              <a:rPr lang="en-IN" sz="1600" b="1" dirty="0"/>
              <a:t>Agents</a:t>
            </a:r>
          </a:p>
          <a:p>
            <a:endParaRPr lang="en-IN" b="1" dirty="0"/>
          </a:p>
          <a:p>
            <a:r>
              <a:rPr lang="en-IN" b="1" dirty="0"/>
              <a:t>1. Profile Analysis Agent</a:t>
            </a:r>
          </a:p>
          <a:p>
            <a:r>
              <a:rPr lang="en-IN" dirty="0" err="1"/>
              <a:t>Analyzes</a:t>
            </a:r>
            <a:r>
              <a:rPr lang="en-IN" dirty="0"/>
              <a:t> student profile and resume.</a:t>
            </a:r>
          </a:p>
          <a:p>
            <a:r>
              <a:rPr lang="en-IN" b="1" dirty="0"/>
              <a:t>2. Career Recommendation Agent</a:t>
            </a:r>
          </a:p>
          <a:p>
            <a:r>
              <a:rPr lang="en-IN" dirty="0"/>
              <a:t>Suggests suitable career paths.</a:t>
            </a:r>
          </a:p>
          <a:p>
            <a:r>
              <a:rPr lang="en-IN" b="1" dirty="0"/>
              <a:t>3. Skill Gap Agent</a:t>
            </a:r>
          </a:p>
          <a:p>
            <a:r>
              <a:rPr lang="en-IN" dirty="0"/>
              <a:t>Identifies missing competencies.</a:t>
            </a:r>
          </a:p>
          <a:p>
            <a:r>
              <a:rPr lang="en-IN" b="1" dirty="0"/>
              <a:t>4. Roadmap Agent</a:t>
            </a:r>
          </a:p>
          <a:p>
            <a:r>
              <a:rPr lang="en-IN" dirty="0"/>
              <a:t>Generates personalized learning plans.</a:t>
            </a:r>
          </a:p>
          <a:p>
            <a:r>
              <a:rPr lang="en-IN" b="1" dirty="0"/>
              <a:t>5. Interview Preparation Agent</a:t>
            </a:r>
          </a:p>
          <a:p>
            <a:r>
              <a:rPr lang="en-IN" dirty="0"/>
              <a:t>Creates tailored interview preparation content.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596807" y="912348"/>
            <a:ext cx="882396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COMPONENTS USED</a:t>
            </a:r>
          </a:p>
          <a:p>
            <a:endParaRPr lang="en-IN" b="1" dirty="0"/>
          </a:p>
          <a:p>
            <a:r>
              <a:rPr lang="en-IN" sz="1600" b="1" dirty="0"/>
              <a:t>1. Chat Input </a:t>
            </a:r>
          </a:p>
          <a:p>
            <a:pPr lvl="1"/>
            <a:r>
              <a:rPr lang="en-IN" dirty="0"/>
              <a:t>Student enters profile information and career goals.</a:t>
            </a:r>
          </a:p>
          <a:p>
            <a:pPr lvl="1"/>
            <a:r>
              <a:rPr lang="en-IN" dirty="0"/>
              <a:t> </a:t>
            </a:r>
          </a:p>
          <a:p>
            <a:r>
              <a:rPr lang="en-IN" sz="1600" b="1" dirty="0"/>
              <a:t>2. IBM </a:t>
            </a:r>
            <a:r>
              <a:rPr lang="en-IN" sz="1600" b="1" dirty="0" err="1"/>
              <a:t>Watsonx</a:t>
            </a:r>
            <a:r>
              <a:rPr lang="en-IN" sz="1600" b="1" dirty="0"/>
              <a:t> AI Agent </a:t>
            </a:r>
          </a:p>
          <a:p>
            <a:pPr lvl="1"/>
            <a:r>
              <a:rPr lang="en-IN" dirty="0"/>
              <a:t>Processes student information using IBM Granite. </a:t>
            </a:r>
          </a:p>
          <a:p>
            <a:pPr lvl="1"/>
            <a:endParaRPr lang="en-IN" dirty="0"/>
          </a:p>
          <a:p>
            <a:r>
              <a:rPr lang="en-IN" sz="1600" b="1" dirty="0"/>
              <a:t>3. IBM Granite Model </a:t>
            </a:r>
          </a:p>
          <a:p>
            <a:pPr lvl="1"/>
            <a:r>
              <a:rPr lang="en-IN" dirty="0"/>
              <a:t>Granite-4.0-8B-Instruct </a:t>
            </a:r>
          </a:p>
          <a:p>
            <a:pPr lvl="1"/>
            <a:endParaRPr lang="en-IN" dirty="0"/>
          </a:p>
          <a:p>
            <a:r>
              <a:rPr lang="en-IN" sz="1600" b="1" dirty="0"/>
              <a:t>4. </a:t>
            </a:r>
            <a:r>
              <a:rPr lang="en-IN" sz="1600" b="1" dirty="0" err="1"/>
              <a:t>ChromaDB</a:t>
            </a:r>
            <a:r>
              <a:rPr lang="en-IN" sz="1600" b="1" dirty="0"/>
              <a:t> Vector Store </a:t>
            </a:r>
          </a:p>
          <a:p>
            <a:pPr lvl="1"/>
            <a:r>
              <a:rPr lang="en-IN" dirty="0"/>
              <a:t>Stores career knowledge and roadmaps. </a:t>
            </a:r>
          </a:p>
          <a:p>
            <a:pPr lvl="1"/>
            <a:endParaRPr lang="en-IN" dirty="0"/>
          </a:p>
          <a:p>
            <a:r>
              <a:rPr lang="en-IN" sz="1600" b="1" dirty="0"/>
              <a:t>5. Retriever Component </a:t>
            </a:r>
          </a:p>
          <a:p>
            <a:pPr lvl="1"/>
            <a:r>
              <a:rPr lang="en-IN" dirty="0"/>
              <a:t>Retrieves career-related information. </a:t>
            </a:r>
          </a:p>
          <a:p>
            <a:pPr lvl="1"/>
            <a:endParaRPr lang="en-IN" dirty="0"/>
          </a:p>
          <a:p>
            <a:r>
              <a:rPr lang="en-IN" sz="1600" b="1" dirty="0"/>
              <a:t>6.Prompt Template </a:t>
            </a:r>
          </a:p>
          <a:p>
            <a:pPr lvl="1"/>
            <a:r>
              <a:rPr lang="en-IN" dirty="0"/>
              <a:t>Structures agent prompts. </a:t>
            </a:r>
          </a:p>
          <a:p>
            <a:pPr lvl="1"/>
            <a:endParaRPr lang="en-IN" dirty="0"/>
          </a:p>
          <a:p>
            <a:r>
              <a:rPr lang="en-IN" sz="1600" b="1" dirty="0"/>
              <a:t>7.Agent Coordinator </a:t>
            </a:r>
          </a:p>
          <a:p>
            <a:pPr lvl="1"/>
            <a:r>
              <a:rPr lang="en-IN" dirty="0"/>
              <a:t>Orchestrates multiple specialized agents. </a:t>
            </a:r>
          </a:p>
          <a:p>
            <a:pPr lvl="1"/>
            <a:endParaRPr lang="en-IN" dirty="0"/>
          </a:p>
          <a:p>
            <a:r>
              <a:rPr lang="en-IN" sz="1600" b="1" dirty="0"/>
              <a:t>8.Chat Output </a:t>
            </a:r>
          </a:p>
          <a:p>
            <a:pPr lvl="1"/>
            <a:r>
              <a:rPr lang="en-IN" dirty="0"/>
              <a:t>Displays recommendations and roadmaps. 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3F9A84-C33D-11FF-EAFD-FA86937F4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29" y="1297781"/>
            <a:ext cx="11375924" cy="469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E68850-F699-8FA5-6B44-F0DA058FF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7" y="1496219"/>
            <a:ext cx="10864646" cy="45801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41457" y="1285480"/>
            <a:ext cx="740664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Role of Agentic AI in CareerMate AI</a:t>
            </a:r>
          </a:p>
          <a:p>
            <a:endParaRPr lang="en-IN" sz="1600" b="1" dirty="0"/>
          </a:p>
          <a:p>
            <a:r>
              <a:rPr lang="en-IN" dirty="0"/>
              <a:t>Agentic AI enables CareerMate AI to operate as an autonomous and goal-driven career advisor.</a:t>
            </a:r>
          </a:p>
          <a:p>
            <a:r>
              <a:rPr lang="en-IN" dirty="0"/>
              <a:t>Each agent performs a specialized function:</a:t>
            </a:r>
          </a:p>
          <a:p>
            <a:endParaRPr lang="en-IN" dirty="0"/>
          </a:p>
          <a:p>
            <a:r>
              <a:rPr lang="en-IN" b="1" dirty="0"/>
              <a:t>1.Profile Agent</a:t>
            </a:r>
          </a:p>
          <a:p>
            <a:r>
              <a:rPr lang="en-IN" dirty="0"/>
              <a:t>Understands student background and achievements.</a:t>
            </a:r>
          </a:p>
          <a:p>
            <a:endParaRPr lang="en-IN" dirty="0"/>
          </a:p>
          <a:p>
            <a:r>
              <a:rPr lang="en-IN" b="1" dirty="0"/>
              <a:t>2.Career Agent</a:t>
            </a:r>
          </a:p>
          <a:p>
            <a:r>
              <a:rPr lang="en-IN" dirty="0"/>
              <a:t>Recommends suitable career options.</a:t>
            </a:r>
          </a:p>
          <a:p>
            <a:endParaRPr lang="en-IN" dirty="0"/>
          </a:p>
          <a:p>
            <a:r>
              <a:rPr lang="en-IN" b="1" dirty="0"/>
              <a:t>3.Skill Gap Agent</a:t>
            </a:r>
          </a:p>
          <a:p>
            <a:r>
              <a:rPr lang="en-IN" dirty="0"/>
              <a:t>Identifies missing skills.</a:t>
            </a:r>
          </a:p>
          <a:p>
            <a:endParaRPr lang="en-IN" dirty="0"/>
          </a:p>
          <a:p>
            <a:r>
              <a:rPr lang="en-IN" b="1" dirty="0"/>
              <a:t>4.Roadmap Agent</a:t>
            </a:r>
          </a:p>
          <a:p>
            <a:r>
              <a:rPr lang="en-IN" dirty="0"/>
              <a:t>Generates learning plans.</a:t>
            </a:r>
          </a:p>
          <a:p>
            <a:endParaRPr lang="en-IN" dirty="0"/>
          </a:p>
          <a:p>
            <a:r>
              <a:rPr lang="en-IN" b="1" dirty="0"/>
              <a:t>5.Interview Agent</a:t>
            </a:r>
          </a:p>
          <a:p>
            <a:r>
              <a:rPr lang="en-IN" dirty="0"/>
              <a:t>Prepares students for placements.</a:t>
            </a:r>
          </a:p>
          <a:p>
            <a:r>
              <a:rPr lang="en-IN" dirty="0"/>
              <a:t>The agents collaborate to provide personalized and continuously evolving career guidance.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7181DC-FAE1-0890-627F-BCE54577A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843612"/>
              </p:ext>
            </p:extLst>
          </p:nvPr>
        </p:nvGraphicFramePr>
        <p:xfrm>
          <a:off x="838200" y="1889760"/>
          <a:ext cx="10515600" cy="307848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8076528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91852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Technology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Purpose</a:t>
                      </a:r>
                      <a:endParaRPr lang="en-IN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453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IBM Granite 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Career reasoning and recommendations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689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IBM watsonx.ai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 deployment and 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885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LangFlow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Agent orchestration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231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ChromaDB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Vector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045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Career knowledge retrieval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6928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Backend APIs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3114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React.js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Frontend 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8160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SQLite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profile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3388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Tailwind CSS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Responsive 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2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138064"/>
            <a:ext cx="10431534" cy="584775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IN" sz="1800" b="1" dirty="0"/>
              <a:t>Multi-Agent Intelligence</a:t>
            </a:r>
          </a:p>
          <a:p>
            <a:r>
              <a:rPr lang="en-IN" sz="1800" dirty="0"/>
              <a:t>Multiple specialized agents collaborate.</a:t>
            </a:r>
          </a:p>
          <a:p>
            <a:endParaRPr lang="en-IN" sz="1800" dirty="0"/>
          </a:p>
          <a:p>
            <a:r>
              <a:rPr lang="en-IN" sz="1800" b="1" dirty="0"/>
              <a:t>RAG-Based Career Guidance</a:t>
            </a:r>
          </a:p>
          <a:p>
            <a:r>
              <a:rPr lang="en-IN" sz="1800" dirty="0"/>
              <a:t>Retrieves accurate information from trusted career resources.</a:t>
            </a:r>
          </a:p>
          <a:p>
            <a:endParaRPr lang="en-IN" sz="1800" dirty="0"/>
          </a:p>
          <a:p>
            <a:r>
              <a:rPr lang="en-IN" sz="1800" b="1" dirty="0"/>
              <a:t>Hyper-Personalization</a:t>
            </a:r>
          </a:p>
          <a:p>
            <a:r>
              <a:rPr lang="en-IN" sz="1800" dirty="0"/>
              <a:t>Recommendations tailored to individual profiles.</a:t>
            </a:r>
          </a:p>
          <a:p>
            <a:endParaRPr lang="en-IN" sz="1800" dirty="0"/>
          </a:p>
          <a:p>
            <a:r>
              <a:rPr lang="en-IN" sz="1800" b="1" dirty="0"/>
              <a:t>Dynamic Learning Roadmaps</a:t>
            </a:r>
          </a:p>
          <a:p>
            <a:r>
              <a:rPr lang="en-IN" sz="1800" dirty="0"/>
              <a:t>Adaptive roadmaps generated according to goals.</a:t>
            </a:r>
          </a:p>
          <a:p>
            <a:endParaRPr lang="en-IN" sz="1800" dirty="0"/>
          </a:p>
          <a:p>
            <a:r>
              <a:rPr lang="en-IN" sz="1800" b="1" dirty="0"/>
              <a:t>Resume + Career + Interview Ecosystem</a:t>
            </a:r>
          </a:p>
          <a:p>
            <a:r>
              <a:rPr lang="en-IN" sz="1800" dirty="0"/>
              <a:t>Single platform covering the entire career preparation journey.</a:t>
            </a:r>
          </a:p>
          <a:p>
            <a:endParaRPr lang="en-IN" sz="1800" dirty="0"/>
          </a:p>
          <a:p>
            <a:r>
              <a:rPr lang="en-IN" sz="1800" b="1" dirty="0"/>
              <a:t>IBM Granite Powered</a:t>
            </a:r>
          </a:p>
          <a:p>
            <a:r>
              <a:rPr lang="en-IN" sz="1800" dirty="0"/>
              <a:t>Uses enterprise-grade IBM foundation models.</a:t>
            </a:r>
          </a:p>
          <a:p>
            <a:endParaRPr lang="en-IN" sz="1800" dirty="0"/>
          </a:p>
          <a:p>
            <a:r>
              <a:rPr lang="en-IN" sz="1800" b="1" dirty="0"/>
              <a:t>Explainable Recommendations</a:t>
            </a:r>
          </a:p>
          <a:p>
            <a:r>
              <a:rPr lang="en-IN" sz="1800" dirty="0"/>
              <a:t>Provides reasoning behind every career suggestion.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975808" y="2160270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dirty="0">
                <a:hlinkClick r:id="rId3"/>
              </a:rPr>
              <a:t>shravaninigudge20/CareerMate-AI-agentic-career-</a:t>
            </a:r>
            <a:r>
              <a:rPr lang="en-IN" sz="2000" dirty="0" err="1">
                <a:hlinkClick r:id="rId3"/>
              </a:rPr>
              <a:t>counselor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124746"/>
            <a:ext cx="9214580" cy="529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numCol="1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1. Real-Time Job Market Integration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Integrate LinkedIn and job portals for live  trends.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2. AI Mock Interviews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Voice-based interview simulation.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3. Skill Progress Tracking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Continuous monitoring of learning progress.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4. Personalized Internship Recommendations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Suggest internships matching career goals.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5. Multi-Language Support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Support regional languages for broader accessibility.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6. Mobile Application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Android and iOS deployment.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718</Words>
  <Application>Microsoft Office PowerPoint</Application>
  <PresentationFormat>Widescreen</PresentationFormat>
  <Paragraphs>193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Shravani Nigudge</cp:lastModifiedBy>
  <cp:revision>22</cp:revision>
  <dcterms:created xsi:type="dcterms:W3CDTF">2025-07-08T05:06:56Z</dcterms:created>
  <dcterms:modified xsi:type="dcterms:W3CDTF">2026-06-06T07:30:00Z</dcterms:modified>
</cp:coreProperties>
</file>